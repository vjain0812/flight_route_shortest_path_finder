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534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365760"/>
            <a:ext cx="2560320" cy="2560320"/>
          </a:xfrm>
          <a:prstGeom prst="ellipse">
            <a:avLst/>
          </a:prstGeom>
          <a:solidFill>
            <a:srgbClr val="1A6DAE">
              <a:alpha val="25000"/>
            </a:srgbClr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309360" y="45720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4FC3F7"/>
                </a:solidFill>
              </a:rPr>
              <a:t>✈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Flight Route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4FC3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Shortest Path Finder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2286000" cy="4572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 computer find the best flight path between any two airports in the world?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MSML604 · Project 2  |  Individual Work  |  UID: 122082892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1148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6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to fly from </a:t>
            </a: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D.C.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Tokyo, Japan.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single direct flight. You need to connect through other airports.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~7,000 airports and ~67,000 routes worldwide — how do you find the best path?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41148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0" y="1280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6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"Best" Mean?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0" y="1874520"/>
            <a:ext cx="54864" cy="731520"/>
          </a:xfrm>
          <a:prstGeom prst="rect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57800" y="18745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Fewest layovers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57800" y="21945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the number of connecting flights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0" y="3063240"/>
            <a:ext cx="54864" cy="73152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5780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distance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57800" y="3383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total kilometers flown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3977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6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 answers both — and compares them.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3474720"/>
          </a:xfrm>
          <a:prstGeom prst="rect">
            <a:avLst/>
          </a:prstGeom>
          <a:solidFill>
            <a:srgbClr val="1B2D42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188720"/>
            <a:ext cx="502920" cy="5029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Airport Data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67,000 real routes between ~7,000 airports loaded from the OpenFlights dataset — no made-up data.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35808" y="23774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4A620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560320" cy="3474720"/>
          </a:xfrm>
          <a:prstGeom prst="rect">
            <a:avLst/>
          </a:prstGeom>
          <a:solidFill>
            <a:srgbClr val="1B2D42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3280" y="1188720"/>
            <a:ext cx="502920" cy="5029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29000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Map (Graph)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24688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airport is a dot on a map. Each route is a one-way arrow connecting two airports. Distance in km = the arrow's weight.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24728" y="23774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4A620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035040" y="1097280"/>
            <a:ext cx="2560320" cy="3474720"/>
          </a:xfrm>
          <a:prstGeom prst="rect">
            <a:avLst/>
          </a:prstGeom>
          <a:solidFill>
            <a:srgbClr val="1B2D42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72200" y="1188720"/>
            <a:ext cx="502920" cy="5029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72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Algorithms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0" y="24688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find the best path simultaneously and their results are shown side by side.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Algorithms, One Question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457200"/>
          </a:xfrm>
          <a:prstGeom prst="rect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 —  Fewest Stops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BFS like ripples in a pond. It checks all airports reachable in 1 stop, then 2 stops, then 3 — until it reaches your destination.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path with the fewest layovers.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6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Simple  ✓ Fast  ✗ Ignores distance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45720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7899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 —  Shortest Distance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6002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Dijkstra as a smart GPS. It always explores the cheapest path so far, making sure it never wastes distance on a detour.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path with the least total kilometers.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92040" y="3520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Distance-optimal  ✓ Real-world useful  ✗ More work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</a:t>
            </a: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26187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JFK – New York, USA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0" y="123444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06240" y="126187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Destination: NRT – Tokyo, Japan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1234440"/>
            <a:ext cx="1005840" cy="457200"/>
          </a:xfrm>
          <a:prstGeom prst="rect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0" y="1261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Search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874520"/>
            <a:ext cx="3657600" cy="2651760"/>
          </a:xfrm>
          <a:prstGeom prst="rect">
            <a:avLst/>
          </a:prstGeom>
          <a:solidFill>
            <a:srgbClr val="0D1B2A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1520" y="1874520"/>
            <a:ext cx="3657600" cy="36576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18928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(Min Distance)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377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JFK → ORD → ANC → NRT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4A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10,838 km  |  2 stops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3657600" cy="2651760"/>
          </a:xfrm>
          <a:prstGeom prst="rect">
            <a:avLst/>
          </a:prstGeom>
          <a:solidFill>
            <a:srgbClr val="0D1B2A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1874520"/>
            <a:ext cx="3657600" cy="3657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54880" y="18928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(Fewest Stops)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377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JFK → NRT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10,838 km  |  direct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617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Type any airport name or 3-letter code and compare both routes instantly</a:t>
            </a:r>
            <a:endParaRPr lang="en-US" sz="105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3D54D98-E586-852A-D178-27A7B31B3B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61"/>
          <a:stretch>
            <a:fillRect/>
          </a:stretch>
        </p:blipFill>
        <p:spPr>
          <a:xfrm>
            <a:off x="551278" y="1072587"/>
            <a:ext cx="7952642" cy="35451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algorithm that powers this app is used in: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Navigation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21031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uses Dijkstra-like methods to find shortest driving routes in real time.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60020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834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23560" y="1737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Delivery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23560" y="21031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FedEx &amp; UPS optimize delivery routes across thousands of stops each day.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80160" y="33832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Routing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3749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packets on the internet are routed using shortest-path algorithms across network nodes.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00600" y="3246120"/>
            <a:ext cx="39319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8D9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623560" y="33832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Networks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3749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systems find the fastest path to route patients to available care.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1A6DAE">
              <a:alpha val="20000"/>
            </a:srgbClr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743200" cy="36576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2161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airline data — 7,000 airports, 67,000 routes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892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187452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finds the fewest stops (ignores distance)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51176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551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53288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finds the shortest distance (the smarter choice)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209544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209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191256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comparison shows why algorithm choice matters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74320" cy="274320"/>
          </a:xfrm>
          <a:prstGeom prst="ellipse">
            <a:avLst/>
          </a:prstGeom>
          <a:solidFill>
            <a:srgbClr val="1A6DAE"/>
          </a:solidFill>
          <a:ln w="12700">
            <a:solidFill>
              <a:srgbClr val="1A6D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867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384962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logic powers GPS, logistics, and the internet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Python · Flask · OpenFlights Dataset · Dijkstra's Algorithm · BFS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514</Words>
  <Application>Microsoft Office PowerPoint</Application>
  <PresentationFormat>On-screen Show (16:9)</PresentationFormat>
  <Paragraphs>86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Vansh Jain</cp:lastModifiedBy>
  <cp:revision>2</cp:revision>
  <dcterms:created xsi:type="dcterms:W3CDTF">2026-05-06T23:02:59Z</dcterms:created>
  <dcterms:modified xsi:type="dcterms:W3CDTF">2026-05-06T23:26:34Z</dcterms:modified>
</cp:coreProperties>
</file>